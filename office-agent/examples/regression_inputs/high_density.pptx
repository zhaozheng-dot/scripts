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Investment Review High Density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High-risk synthetic investment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Risk Assessment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Investment thesis item 1.1: market, product, finance, risk, source, disclaimer.</a:t>
            </a:r>
          </a:p>
          <a:p>
            <a:pPr/>
            <a:r>
              <a:t>Investment thesis item 1.2: market, product, finance, risk, source, disclaimer.</a:t>
            </a:r>
          </a:p>
          <a:p>
            <a:pPr/>
            <a:r>
              <a:t>Investment thesis item 1.3: market, product, finance, risk, source, disclaimer.</a:t>
            </a:r>
          </a:p>
          <a:p>
            <a:pPr/>
            <a:r>
              <a:t>Investment thesis item 1.4: market, product, finance, risk, source, disclaimer.</a:t>
            </a:r>
          </a:p>
          <a:p>
            <a:pPr/>
            <a:r>
              <a:t>Investment thesis item 1.5: market, product, finance, risk, source, disclaimer.</a:t>
            </a:r>
          </a:p>
          <a:p>
            <a:pPr/>
            <a:r>
              <a:t>Investment thesis item 1.6: market, product, finance, risk, source, disclaimer.</a:t>
            </a:r>
          </a:p>
          <a:p>
            <a:pPr/>
            <a:r>
              <a:t>Investment thesis item 1.7: market, product, finance, risk, source, disclaimer.</a:t>
            </a:r>
          </a:p>
          <a:p>
            <a:pPr/>
            <a:r>
              <a:t>Investment thesis item 1.8: market, product, finance, risk, source, disclaimer.</a:t>
            </a:r>
          </a:p>
          <a:p>
            <a:pPr/>
            <a:r>
              <a:t>Investment thesis item 1.9: market, product, finance, risk, source, disclaimer.</a:t>
            </a:r>
          </a:p>
          <a:p>
            <a:pPr/>
            <a:r>
              <a:t>Investment thesis item 1.10: market, product, finance, risk, source, disclaimer.</a:t>
            </a:r>
          </a:p>
          <a:p>
            <a:pPr/>
            <a:r>
              <a:t>Investment thesis item 1.11: market, product, finance, risk, source, disclaimer.</a:t>
            </a:r>
          </a:p>
          <a:p>
            <a:pPr/>
            <a:r>
              <a:t>Investment thesis item 1.12: market, product, finance, risk, source, disclaimer.</a:t>
            </a:r>
          </a:p>
          <a:p>
            <a:pPr/>
            <a:r>
              <a:t>Investment thesis item 1.13: market, product, finance, risk, source, disclaimer.</a:t>
            </a:r>
          </a:p>
          <a:p>
            <a:pPr/>
            <a:r>
              <a:t>Investment thesis item 1.14: market, product, finance, risk, source, disclaimer.</a:t>
            </a:r>
          </a:p>
          <a:p>
            <a:pPr/>
            <a:r>
              <a:t>Investment thesis item 1.15: market, product, finance, risk, source, disclaimer.</a:t>
            </a:r>
          </a:p>
          <a:p>
            <a:pPr/>
            <a:r>
              <a:t>Investment thesis item 1.16: market, product, finance, risk, source, disclaimer.</a:t>
            </a:r>
          </a:p>
          <a:p>
            <a:pPr/>
            <a:r>
              <a:t>Investment thesis item 1.17: market, product, finance, risk, source, disclaimer.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Risk Assessment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Investment thesis item 2.1: market, product, finance, risk, source, disclaimer.</a:t>
            </a:r>
          </a:p>
          <a:p>
            <a:pPr/>
            <a:r>
              <a:t>Investment thesis item 2.2: market, product, finance, risk, source, disclaimer.</a:t>
            </a:r>
          </a:p>
          <a:p>
            <a:pPr/>
            <a:r>
              <a:t>Investment thesis item 2.3: market, product, finance, risk, source, disclaimer.</a:t>
            </a:r>
          </a:p>
          <a:p>
            <a:pPr/>
            <a:r>
              <a:t>Investment thesis item 2.4: market, product, finance, risk, source, disclaimer.</a:t>
            </a:r>
          </a:p>
          <a:p>
            <a:pPr/>
            <a:r>
              <a:t>Investment thesis item 2.5: market, product, finance, risk, source, disclaimer.</a:t>
            </a:r>
          </a:p>
          <a:p>
            <a:pPr/>
            <a:r>
              <a:t>Investment thesis item 2.6: market, product, finance, risk, source, disclaimer.</a:t>
            </a:r>
          </a:p>
          <a:p>
            <a:pPr/>
            <a:r>
              <a:t>Investment thesis item 2.7: market, product, finance, risk, source, disclaimer.</a:t>
            </a:r>
          </a:p>
          <a:p>
            <a:pPr/>
            <a:r>
              <a:t>Investment thesis item 2.8: market, product, finance, risk, source, disclaimer.</a:t>
            </a:r>
          </a:p>
          <a:p>
            <a:pPr/>
            <a:r>
              <a:t>Investment thesis item 2.9: market, product, finance, risk, source, disclaimer.</a:t>
            </a:r>
          </a:p>
          <a:p>
            <a:pPr/>
            <a:r>
              <a:t>Investment thesis item 2.10: market, product, finance, risk, source, disclaimer.</a:t>
            </a:r>
          </a:p>
          <a:p>
            <a:pPr/>
            <a:r>
              <a:t>Investment thesis item 2.11: market, product, finance, risk, source, disclaimer.</a:t>
            </a:r>
          </a:p>
          <a:p>
            <a:pPr/>
            <a:r>
              <a:t>Investment thesis item 2.12: market, product, finance, risk, source, disclaimer.</a:t>
            </a:r>
          </a:p>
          <a:p>
            <a:pPr/>
            <a:r>
              <a:t>Investment thesis item 2.13: market, product, finance, risk, source, disclaimer.</a:t>
            </a:r>
          </a:p>
          <a:p>
            <a:pPr/>
            <a:r>
              <a:t>Investment thesis item 2.14: market, product, finance, risk, source, disclaimer.</a:t>
            </a:r>
          </a:p>
          <a:p>
            <a:pPr/>
            <a:r>
              <a:t>Investment thesis item 2.15: market, product, finance, risk, source, disclaimer.</a:t>
            </a:r>
          </a:p>
          <a:p>
            <a:pPr/>
            <a:r>
              <a:t>Investment thesis item 2.16: market, product, finance, risk, source, disclaimer.</a:t>
            </a:r>
          </a:p>
          <a:p>
            <a:pPr/>
            <a:r>
              <a:t>Investment thesis item 2.17: market, product, finance, risk, source, disclaimer.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Risk Assessment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Investment thesis item 3.1: market, product, finance, risk, source, disclaimer.</a:t>
            </a:r>
          </a:p>
          <a:p>
            <a:pPr/>
            <a:r>
              <a:t>Investment thesis item 3.2: market, product, finance, risk, source, disclaimer.</a:t>
            </a:r>
          </a:p>
          <a:p>
            <a:pPr/>
            <a:r>
              <a:t>Investment thesis item 3.3: market, product, finance, risk, source, disclaimer.</a:t>
            </a:r>
          </a:p>
          <a:p>
            <a:pPr/>
            <a:r>
              <a:t>Investment thesis item 3.4: market, product, finance, risk, source, disclaimer.</a:t>
            </a:r>
          </a:p>
          <a:p>
            <a:pPr/>
            <a:r>
              <a:t>Investment thesis item 3.5: market, product, finance, risk, source, disclaimer.</a:t>
            </a:r>
          </a:p>
          <a:p>
            <a:pPr/>
            <a:r>
              <a:t>Investment thesis item 3.6: market, product, finance, risk, source, disclaimer.</a:t>
            </a:r>
          </a:p>
          <a:p>
            <a:pPr/>
            <a:r>
              <a:t>Investment thesis item 3.7: market, product, finance, risk, source, disclaimer.</a:t>
            </a:r>
          </a:p>
          <a:p>
            <a:pPr/>
            <a:r>
              <a:t>Investment thesis item 3.8: market, product, finance, risk, source, disclaimer.</a:t>
            </a:r>
          </a:p>
          <a:p>
            <a:pPr/>
            <a:r>
              <a:t>Investment thesis item 3.9: market, product, finance, risk, source, disclaimer.</a:t>
            </a:r>
          </a:p>
          <a:p>
            <a:pPr/>
            <a:r>
              <a:t>Investment thesis item 3.10: market, product, finance, risk, source, disclaimer.</a:t>
            </a:r>
          </a:p>
          <a:p>
            <a:pPr/>
            <a:r>
              <a:t>Investment thesis item 3.11: market, product, finance, risk, source, disclaimer.</a:t>
            </a:r>
          </a:p>
          <a:p>
            <a:pPr/>
            <a:r>
              <a:t>Investment thesis item 3.12: market, product, finance, risk, source, disclaimer.</a:t>
            </a:r>
          </a:p>
          <a:p>
            <a:pPr/>
            <a:r>
              <a:t>Investment thesis item 3.13: market, product, finance, risk, source, disclaimer.</a:t>
            </a:r>
          </a:p>
          <a:p>
            <a:pPr/>
            <a:r>
              <a:t>Investment thesis item 3.14: market, product, finance, risk, source, disclaimer.</a:t>
            </a:r>
          </a:p>
          <a:p>
            <a:pPr/>
            <a:r>
              <a:t>Investment thesis item 3.15: market, product, finance, risk, source, disclaimer.</a:t>
            </a:r>
          </a:p>
          <a:p>
            <a:pPr/>
            <a:r>
              <a:t>Investment thesis item 3.16: market, product, finance, risk, source, disclaimer.</a:t>
            </a:r>
          </a:p>
          <a:p>
            <a:pPr/>
            <a:r>
              <a:t>Investment thesis item 3.17: market, product, finance, risk, source, disclaimer.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Risk Assessment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Investment thesis item 4.1: market, product, finance, risk, source, disclaimer.</a:t>
            </a:r>
          </a:p>
          <a:p>
            <a:pPr/>
            <a:r>
              <a:t>Investment thesis item 4.2: market, product, finance, risk, source, disclaimer.</a:t>
            </a:r>
          </a:p>
          <a:p>
            <a:pPr/>
            <a:r>
              <a:t>Investment thesis item 4.3: market, product, finance, risk, source, disclaimer.</a:t>
            </a:r>
          </a:p>
          <a:p>
            <a:pPr/>
            <a:r>
              <a:t>Investment thesis item 4.4: market, product, finance, risk, source, disclaimer.</a:t>
            </a:r>
          </a:p>
          <a:p>
            <a:pPr/>
            <a:r>
              <a:t>Investment thesis item 4.5: market, product, finance, risk, source, disclaimer.</a:t>
            </a:r>
          </a:p>
          <a:p>
            <a:pPr/>
            <a:r>
              <a:t>Investment thesis item 4.6: market, product, finance, risk, source, disclaimer.</a:t>
            </a:r>
          </a:p>
          <a:p>
            <a:pPr/>
            <a:r>
              <a:t>Investment thesis item 4.7: market, product, finance, risk, source, disclaimer.</a:t>
            </a:r>
          </a:p>
          <a:p>
            <a:pPr/>
            <a:r>
              <a:t>Investment thesis item 4.8: market, product, finance, risk, source, disclaimer.</a:t>
            </a:r>
          </a:p>
          <a:p>
            <a:pPr/>
            <a:r>
              <a:t>Investment thesis item 4.9: market, product, finance, risk, source, disclaimer.</a:t>
            </a:r>
          </a:p>
          <a:p>
            <a:pPr/>
            <a:r>
              <a:t>Investment thesis item 4.10: market, product, finance, risk, source, disclaimer.</a:t>
            </a:r>
          </a:p>
          <a:p>
            <a:pPr/>
            <a:r>
              <a:t>Investment thesis item 4.11: market, product, finance, risk, source, disclaimer.</a:t>
            </a:r>
          </a:p>
          <a:p>
            <a:pPr/>
            <a:r>
              <a:t>Investment thesis item 4.12: market, product, finance, risk, source, disclaimer.</a:t>
            </a:r>
          </a:p>
          <a:p>
            <a:pPr/>
            <a:r>
              <a:t>Investment thesis item 4.13: market, product, finance, risk, source, disclaimer.</a:t>
            </a:r>
          </a:p>
          <a:p>
            <a:pPr/>
            <a:r>
              <a:t>Investment thesis item 4.14: market, product, finance, risk, source, disclaimer.</a:t>
            </a:r>
          </a:p>
          <a:p>
            <a:pPr/>
            <a:r>
              <a:t>Investment thesis item 4.15: market, product, finance, risk, source, disclaimer.</a:t>
            </a:r>
          </a:p>
          <a:p>
            <a:pPr/>
            <a:r>
              <a:t>Investment thesis item 4.16: market, product, finance, risk, source, disclaimer.</a:t>
            </a:r>
          </a:p>
          <a:p>
            <a:pPr/>
            <a:r>
              <a:t>Investment thesis item 4.17: market, product, finance, risk, source, disclaimer.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