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Text Only Project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validate conversion.</a:t>
            </a:r>
          </a:p>
          <a:p>
            <a:pPr/>
            <a:r>
              <a:t>Risk: low.</a:t>
            </a:r>
          </a:p>
          <a:p>
            <a:pPr/>
            <a:r>
              <a:t>Source: synthetic fixture.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Generate plan.</a:t>
            </a:r>
          </a:p>
          <a:p>
            <a:pPr/>
            <a:r>
              <a:t>Run conversion.</a:t>
            </a:r>
          </a:p>
          <a:p>
            <a:pPr/>
            <a:r>
              <a:t>Check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