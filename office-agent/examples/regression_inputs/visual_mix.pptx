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Visual Mix Business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Contains text, table, and chart-like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Business momentum is improving.</a:t>
            </a:r>
          </a:p>
          <a:p>
            <a:pPr/>
            <a:r>
              <a:t>Source: synthetic fixture.</a:t>
            </a:r>
          </a:p>
          <a:p>
            <a:pPr/>
            <a:r>
              <a:t>Risk: medium review needed.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200400"/>
          <a:ext cx="5303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6576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